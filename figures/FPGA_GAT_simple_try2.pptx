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5" r:id="rId3"/>
  </p:sldMasterIdLst>
  <p:notesMasterIdLst>
    <p:notesMasterId r:id="rId4"/>
  </p:notesMasterIdLst>
  <p:sldIdLst>
    <p:sldId id="256" r:id="rId5"/>
  </p:sldIdLst>
  <p:sldSz cy="50800000" cx="50800000"/>
  <p:notesSz cx="6858000" cy="9144000"/>
  <p:embeddedFontLst>
    <p:embeddedFont>
      <p:font typeface="Helvetica Neue"/>
      <p:regular r:id="rId6"/>
      <p:bold r:id="rId7"/>
      <p:italic r:id="rId8"/>
      <p:boldItalic r:id="rId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font" Target="fonts/HelveticaNeue-boldItalic.fntdata"/><Relationship Id="rId5" Type="http://schemas.openxmlformats.org/officeDocument/2006/relationships/slide" Target="slides/slide1.xml"/><Relationship Id="rId6" Type="http://schemas.openxmlformats.org/officeDocument/2006/relationships/font" Target="fonts/HelveticaNeue-regular.fntdata"/><Relationship Id="rId7" Type="http://schemas.openxmlformats.org/officeDocument/2006/relationships/font" Target="fonts/HelveticaNeue-bold.fntdata"/><Relationship Id="rId8" Type="http://schemas.openxmlformats.org/officeDocument/2006/relationships/font" Target="fonts/HelveticaNeue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17815278" y="22921735"/>
            <a:ext cx="15169500" cy="26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17815278" y="29082243"/>
            <a:ext cx="151695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960"/>
              <a:buFont typeface="Arial"/>
              <a:buNone/>
              <a:defRPr sz="496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2" name="Google Shape;12;p2"/>
          <p:cNvSpPr txBox="1"/>
          <p:nvPr>
            <p:ph idx="2" type="body"/>
          </p:nvPr>
        </p:nvSpPr>
        <p:spPr>
          <a:xfrm>
            <a:off x="17815278" y="25488194"/>
            <a:ext cx="15169500" cy="17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>
            <p:ph idx="2" type="pic"/>
          </p:nvPr>
        </p:nvSpPr>
        <p:spPr>
          <a:xfrm>
            <a:off x="16933333" y="19755555"/>
            <a:ext cx="16933200" cy="11289000"/>
          </a:xfrm>
          <a:prstGeom prst="rect">
            <a:avLst/>
          </a:prstGeom>
          <a:noFill/>
          <a:ln>
            <a:noFill/>
          </a:ln>
        </p:spPr>
      </p:sp>
      <p:sp>
        <p:nvSpPr>
          <p:cNvPr id="16" name="Google Shape;16;p3"/>
          <p:cNvSpPr txBox="1"/>
          <p:nvPr>
            <p:ph idx="1" type="body"/>
          </p:nvPr>
        </p:nvSpPr>
        <p:spPr>
          <a:xfrm>
            <a:off x="17815278" y="29086528"/>
            <a:ext cx="15169500" cy="4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960"/>
              <a:buFont typeface="Arial"/>
              <a:buNone/>
              <a:defRPr sz="4960">
                <a:solidFill>
                  <a:srgbClr val="FFFFFF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17815278" y="22921735"/>
            <a:ext cx="15169500" cy="26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400"/>
              <a:buFont typeface="Arial"/>
              <a:buNone/>
              <a:defRPr>
                <a:solidFill>
                  <a:srgbClr val="FFFFFF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3" type="body"/>
          </p:nvPr>
        </p:nvSpPr>
        <p:spPr>
          <a:xfrm>
            <a:off x="17815278" y="25488194"/>
            <a:ext cx="15169500" cy="17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00"/>
              <a:buFont typeface="Arial"/>
              <a:buNone/>
              <a:defRPr>
                <a:solidFill>
                  <a:srgbClr val="FFFFFF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00"/>
              <a:buFont typeface="Arial"/>
              <a:buNone/>
              <a:defRPr>
                <a:solidFill>
                  <a:srgbClr val="FFFFFF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00"/>
              <a:buFont typeface="Arial"/>
              <a:buNone/>
              <a:defRPr>
                <a:solidFill>
                  <a:srgbClr val="FFFFFF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00"/>
              <a:buFont typeface="Arial"/>
              <a:buNone/>
              <a:defRPr>
                <a:solidFill>
                  <a:srgbClr val="FFFFFF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3200"/>
              <a:buFont typeface="Arial"/>
              <a:buNone/>
              <a:defRPr>
                <a:solidFill>
                  <a:srgbClr val="FFFFFF"/>
                </a:solidFill>
              </a:defRPr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7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Photo Alt">
  <p:cSld name="Title &amp; Photo Al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>
            <p:ph idx="2" type="pic"/>
          </p:nvPr>
        </p:nvSpPr>
        <p:spPr>
          <a:xfrm>
            <a:off x="22463125" y="20619860"/>
            <a:ext cx="14340300" cy="956040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4"/>
          <p:cNvSpPr txBox="1"/>
          <p:nvPr>
            <p:ph type="title"/>
          </p:nvPr>
        </p:nvSpPr>
        <p:spPr>
          <a:xfrm>
            <a:off x="17815278" y="23335491"/>
            <a:ext cx="6702900" cy="22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D8"/>
              </a:buClr>
              <a:buSzPts val="30600"/>
              <a:buFont typeface="Arial"/>
              <a:buNone/>
              <a:defRPr sz="30600">
                <a:solidFill>
                  <a:srgbClr val="FF00D8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17815278" y="25391180"/>
            <a:ext cx="6702900" cy="3933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  <a:defRPr sz="20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  <a:defRPr sz="20000"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  <a:defRPr sz="20000"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  <a:defRPr sz="20000"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  <a:defRPr sz="20000"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&amp; Bullets">
  <p:cSld name="Title &amp; Bullet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17815278" y="21201944"/>
            <a:ext cx="151695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00"/>
              <a:buFont typeface="Arial"/>
              <a:buNone/>
              <a:defRPr sz="306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17815278" y="22119166"/>
            <a:ext cx="151695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  <a:defRPr sz="8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17815278" y="23600833"/>
            <a:ext cx="15169500" cy="58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1320800" lvl="0" marL="4572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1pPr>
            <a:lvl2pPr indent="-1320800" lvl="1" marL="9144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2pPr>
            <a:lvl3pPr indent="-1320800" lvl="2" marL="13716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3pPr>
            <a:lvl4pPr indent="-1320800" lvl="3" marL="18288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4pPr>
            <a:lvl5pPr indent="-1320800" lvl="4" marL="22860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ullets">
  <p:cSld name="Bulle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idx="1" type="body"/>
          </p:nvPr>
        </p:nvSpPr>
        <p:spPr>
          <a:xfrm>
            <a:off x="17815278" y="23602303"/>
            <a:ext cx="15169500" cy="58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1320800" lvl="0" marL="4572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1pPr>
            <a:lvl2pPr indent="-1320800" lvl="1" marL="9144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2pPr>
            <a:lvl3pPr indent="-1320800" lvl="2" marL="13716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3pPr>
            <a:lvl4pPr indent="-1320800" lvl="3" marL="18288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4pPr>
            <a:lvl5pPr indent="-1320800" lvl="4" marL="22860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Photo">
  <p:cSld name="Title, Bullets &amp; Photo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/>
          <p:nvPr>
            <p:ph idx="2" type="pic"/>
          </p:nvPr>
        </p:nvSpPr>
        <p:spPr>
          <a:xfrm>
            <a:off x="24006528" y="20637500"/>
            <a:ext cx="12611700" cy="9525000"/>
          </a:xfrm>
          <a:prstGeom prst="rect">
            <a:avLst/>
          </a:prstGeom>
          <a:noFill/>
          <a:ln>
            <a:noFill/>
          </a:ln>
        </p:spPr>
      </p:sp>
      <p:sp>
        <p:nvSpPr>
          <p:cNvPr id="35" name="Google Shape;35;p7"/>
          <p:cNvSpPr txBox="1"/>
          <p:nvPr>
            <p:ph type="title"/>
          </p:nvPr>
        </p:nvSpPr>
        <p:spPr>
          <a:xfrm>
            <a:off x="17815278" y="21219583"/>
            <a:ext cx="67029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E03FF"/>
              </a:buClr>
              <a:buSzPts val="30600"/>
              <a:buFont typeface="Arial"/>
              <a:buNone/>
              <a:defRPr sz="30600">
                <a:solidFill>
                  <a:srgbClr val="5E03FF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17815278" y="23600833"/>
            <a:ext cx="6702900" cy="58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1320800" lvl="0" marL="4572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1pPr>
            <a:lvl2pPr indent="-1320800" lvl="1" marL="9144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2pPr>
            <a:lvl3pPr indent="-1320800" lvl="2" marL="13716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3pPr>
            <a:lvl4pPr indent="-1320800" lvl="3" marL="18288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4pPr>
            <a:lvl5pPr indent="-1320800" lvl="4" marL="22860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3" type="body"/>
          </p:nvPr>
        </p:nvSpPr>
        <p:spPr>
          <a:xfrm>
            <a:off x="17815278" y="22119166"/>
            <a:ext cx="67029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  <a:defRPr sz="8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Live Video Small">
  <p:cSld name="Title, Bullets &amp; Live Video Small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17815278" y="21219583"/>
            <a:ext cx="67029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E03FF"/>
              </a:buClr>
              <a:buSzPts val="30600"/>
              <a:buFont typeface="Arial"/>
              <a:buNone/>
              <a:defRPr sz="30600">
                <a:solidFill>
                  <a:srgbClr val="5E03FF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9pPr>
          </a:lstStyle>
          <a:p/>
        </p:txBody>
      </p:sp>
      <p:sp>
        <p:nvSpPr>
          <p:cNvPr id="41" name="Google Shape;41;p8"/>
          <p:cNvSpPr txBox="1"/>
          <p:nvPr>
            <p:ph idx="1" type="body"/>
          </p:nvPr>
        </p:nvSpPr>
        <p:spPr>
          <a:xfrm>
            <a:off x="17815278" y="23600833"/>
            <a:ext cx="6702900" cy="58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1320800" lvl="0" marL="4572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1pPr>
            <a:lvl2pPr indent="-1320800" lvl="1" marL="9144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2pPr>
            <a:lvl3pPr indent="-1320800" lvl="2" marL="13716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3pPr>
            <a:lvl4pPr indent="-1320800" lvl="3" marL="18288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4pPr>
            <a:lvl5pPr indent="-1320800" lvl="4" marL="22860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2" type="body"/>
          </p:nvPr>
        </p:nvSpPr>
        <p:spPr>
          <a:xfrm>
            <a:off x="17815278" y="22119166"/>
            <a:ext cx="67029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  <a:defRPr sz="8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ullets &amp; Live Video Large">
  <p:cSld name="Title, Bullets &amp; Live Video Large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17815278" y="21219583"/>
            <a:ext cx="6702900" cy="107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5E03FF"/>
              </a:buClr>
              <a:buSzPts val="30600"/>
              <a:buFont typeface="Arial"/>
              <a:buNone/>
              <a:defRPr sz="30600">
                <a:solidFill>
                  <a:srgbClr val="5E03FF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9pPr>
          </a:lstStyle>
          <a:p/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17815278" y="23600833"/>
            <a:ext cx="6702900" cy="58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1320800" lvl="0" marL="4572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1pPr>
            <a:lvl2pPr indent="-1320800" lvl="1" marL="9144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2pPr>
            <a:lvl3pPr indent="-1320800" lvl="2" marL="13716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3pPr>
            <a:lvl4pPr indent="-1320800" lvl="3" marL="18288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4pPr>
            <a:lvl5pPr indent="-1320800" lvl="4" marL="22860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Char char="•"/>
              <a:defRPr sz="17200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17815278" y="22119166"/>
            <a:ext cx="67029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  <a:defRPr sz="8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">
  <p:cSld name="Section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type="title"/>
          </p:nvPr>
        </p:nvSpPr>
        <p:spPr>
          <a:xfrm>
            <a:off x="17815278" y="22921735"/>
            <a:ext cx="15169500" cy="26898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D8"/>
              </a:buClr>
              <a:buSzPts val="42400"/>
              <a:buFont typeface="Arial"/>
              <a:buNone/>
              <a:defRPr>
                <a:solidFill>
                  <a:srgbClr val="FF00D8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9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 txBox="1"/>
          <p:nvPr>
            <p:ph type="title"/>
          </p:nvPr>
        </p:nvSpPr>
        <p:spPr>
          <a:xfrm>
            <a:off x="17815278" y="21201944"/>
            <a:ext cx="15169500" cy="1081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00"/>
              <a:buFont typeface="Arial"/>
              <a:buNone/>
              <a:defRPr sz="306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9pPr>
          </a:lstStyle>
          <a:p/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17815278" y="22119166"/>
            <a:ext cx="151695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  <a:defRPr sz="8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type="title"/>
          </p:nvPr>
        </p:nvSpPr>
        <p:spPr>
          <a:xfrm>
            <a:off x="17815278" y="21201944"/>
            <a:ext cx="15169500" cy="10848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norm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600"/>
              <a:buFont typeface="Arial"/>
              <a:buNone/>
              <a:defRPr sz="30600">
                <a:solidFill>
                  <a:srgbClr val="000000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1800"/>
              <a:buNone/>
              <a:defRPr/>
            </a:lvl9pPr>
          </a:lstStyle>
          <a:p/>
        </p:txBody>
      </p:sp>
      <p:sp>
        <p:nvSpPr>
          <p:cNvPr id="58" name="Google Shape;58;p12"/>
          <p:cNvSpPr txBox="1"/>
          <p:nvPr>
            <p:ph idx="1" type="body"/>
          </p:nvPr>
        </p:nvSpPr>
        <p:spPr>
          <a:xfrm>
            <a:off x="17815278" y="22119166"/>
            <a:ext cx="151695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Arial"/>
              <a:buNone/>
              <a:defRPr sz="800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59" name="Google Shape;59;p12"/>
          <p:cNvSpPr txBox="1"/>
          <p:nvPr>
            <p:ph idx="2" type="body"/>
          </p:nvPr>
        </p:nvSpPr>
        <p:spPr>
          <a:xfrm>
            <a:off x="17815278" y="23600833"/>
            <a:ext cx="15169500" cy="58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  <a:defRPr sz="20000"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  <a:defRPr sz="20000"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  <a:defRPr sz="20000"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  <a:defRPr sz="20000"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l">
              <a:lnSpc>
                <a:spcPct val="100000"/>
              </a:lnSpc>
              <a:spcBef>
                <a:spcPts val="880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  <a:defRPr sz="20000"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0" name="Google Shape;60;p12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tement">
  <p:cSld name="Statemen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idx="1" type="body"/>
          </p:nvPr>
        </p:nvSpPr>
        <p:spPr>
          <a:xfrm>
            <a:off x="17815278" y="24059444"/>
            <a:ext cx="151695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75" lIns="35275" spcFirstLastPara="1" rIns="35275" wrap="square" tIns="35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30600"/>
              <a:buFont typeface="Arial"/>
              <a:buNone/>
              <a:defRPr sz="30600">
                <a:solidFill>
                  <a:srgbClr val="1E98FD"/>
                </a:solidFill>
              </a:defRPr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30600"/>
              <a:buFont typeface="Arial"/>
              <a:buNone/>
              <a:defRPr sz="30600">
                <a:solidFill>
                  <a:srgbClr val="1E98FD"/>
                </a:solidFill>
              </a:defRPr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30600"/>
              <a:buFont typeface="Arial"/>
              <a:buNone/>
              <a:defRPr sz="30600">
                <a:solidFill>
                  <a:srgbClr val="1E98FD"/>
                </a:solidFill>
              </a:defRPr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30600"/>
              <a:buFont typeface="Arial"/>
              <a:buNone/>
              <a:defRPr sz="30600">
                <a:solidFill>
                  <a:srgbClr val="1E98FD"/>
                </a:solidFill>
              </a:defRPr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30600"/>
              <a:buFont typeface="Arial"/>
              <a:buNone/>
              <a:defRPr sz="30600">
                <a:solidFill>
                  <a:srgbClr val="1E98FD"/>
                </a:solidFill>
              </a:defRPr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Fact">
  <p:cSld name="Big Fac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idx="1" type="body"/>
          </p:nvPr>
        </p:nvSpPr>
        <p:spPr>
          <a:xfrm>
            <a:off x="17815278" y="23350066"/>
            <a:ext cx="15169500" cy="31170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82400"/>
              <a:buFont typeface="Arial"/>
              <a:buNone/>
              <a:defRPr sz="82400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82400"/>
              <a:buFont typeface="Arial"/>
              <a:buNone/>
              <a:defRPr sz="82400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82400"/>
              <a:buFont typeface="Arial"/>
              <a:buNone/>
              <a:defRPr sz="82400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82400"/>
              <a:buFont typeface="Arial"/>
              <a:buNone/>
              <a:defRPr sz="82400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82400"/>
              <a:buFont typeface="Arial"/>
              <a:buNone/>
              <a:defRPr sz="82400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6" name="Google Shape;66;p14"/>
          <p:cNvSpPr txBox="1"/>
          <p:nvPr>
            <p:ph idx="2" type="body"/>
          </p:nvPr>
        </p:nvSpPr>
        <p:spPr>
          <a:xfrm>
            <a:off x="17815278" y="26555346"/>
            <a:ext cx="15169500" cy="7056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0"/>
              <a:buFont typeface="Arial"/>
              <a:buNone/>
              <a:defRPr sz="632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67" name="Google Shape;67;p14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Quote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17815278" y="28384087"/>
            <a:ext cx="15169500" cy="57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75" lIns="35275" spcFirstLastPara="1" rIns="35275" wrap="square" tIns="35275">
            <a:norm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320"/>
              <a:buFont typeface="Arial"/>
              <a:buNone/>
              <a:defRPr sz="6320"/>
            </a:lvl1pPr>
            <a:lvl2pPr indent="-228600" lvl="1" marL="914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indent="-228600" lvl="2" marL="1371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indent="-228600" lvl="3" marL="1828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indent="-228600" lvl="4" marL="22860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17815278" y="24208313"/>
            <a:ext cx="15169500" cy="238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75" lIns="35275" spcFirstLastPara="1" rIns="35275" wrap="square" tIns="35275">
            <a:normAutofit/>
          </a:bodyPr>
          <a:lstStyle>
            <a:lvl1pPr indent="-228600" lvl="0" marL="4572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D8"/>
              </a:buClr>
              <a:buSzPts val="30600"/>
              <a:buFont typeface="Arial"/>
              <a:buNone/>
              <a:defRPr sz="30600">
                <a:solidFill>
                  <a:srgbClr val="FF00D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D8"/>
              </a:buClr>
              <a:buSzPts val="30600"/>
              <a:buFont typeface="Arial"/>
              <a:buNone/>
              <a:defRPr sz="30600">
                <a:solidFill>
                  <a:srgbClr val="FF00D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D8"/>
              </a:buClr>
              <a:buSzPts val="30600"/>
              <a:buFont typeface="Arial"/>
              <a:buNone/>
              <a:defRPr sz="30600">
                <a:solidFill>
                  <a:srgbClr val="FF00D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D8"/>
              </a:buClr>
              <a:buSzPts val="30600"/>
              <a:buFont typeface="Arial"/>
              <a:buNone/>
              <a:defRPr sz="30600">
                <a:solidFill>
                  <a:srgbClr val="FF00D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D8"/>
              </a:buClr>
              <a:buSzPts val="30600"/>
              <a:buFont typeface="Arial"/>
              <a:buNone/>
              <a:defRPr sz="30600">
                <a:solidFill>
                  <a:srgbClr val="FF00D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indent="-228600" lvl="6" marL="32004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indent="-228600" lvl="7" marL="3657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indent="-228600" lvl="8" marL="41148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71" name="Google Shape;71;p15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 - 3 Up">
  <p:cSld name="Photo - 3 Up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/>
          <p:nvPr>
            <p:ph idx="2" type="pic"/>
          </p:nvPr>
        </p:nvSpPr>
        <p:spPr>
          <a:xfrm>
            <a:off x="25400000" y="23980069"/>
            <a:ext cx="8466600" cy="639450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6"/>
          <p:cNvSpPr/>
          <p:nvPr>
            <p:ph idx="3" type="pic"/>
          </p:nvPr>
        </p:nvSpPr>
        <p:spPr>
          <a:xfrm>
            <a:off x="25400000" y="20200937"/>
            <a:ext cx="8466600" cy="56445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6"/>
          <p:cNvSpPr/>
          <p:nvPr>
            <p:ph idx="4" type="pic"/>
          </p:nvPr>
        </p:nvSpPr>
        <p:spPr>
          <a:xfrm>
            <a:off x="14014096" y="20637500"/>
            <a:ext cx="14287500" cy="9525000"/>
          </a:xfrm>
          <a:prstGeom prst="rect">
            <a:avLst/>
          </a:prstGeom>
          <a:noFill/>
          <a:ln>
            <a:noFill/>
          </a:ln>
        </p:spPr>
      </p:sp>
      <p:sp>
        <p:nvSpPr>
          <p:cNvPr id="76" name="Google Shape;76;p16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oto">
  <p:cSld name="Photo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/>
          <p:nvPr>
            <p:ph idx="2" type="pic"/>
          </p:nvPr>
        </p:nvSpPr>
        <p:spPr>
          <a:xfrm>
            <a:off x="16933333" y="19755555"/>
            <a:ext cx="16933200" cy="11289000"/>
          </a:xfrm>
          <a:prstGeom prst="rect">
            <a:avLst/>
          </a:prstGeom>
          <a:noFill/>
          <a:ln>
            <a:noFill/>
          </a:ln>
        </p:spPr>
      </p:sp>
      <p:sp>
        <p:nvSpPr>
          <p:cNvPr id="79" name="Google Shape;79;p17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600"/>
              <a:buFont typeface="Arial"/>
              <a:buNone/>
              <a:defRPr>
                <a:solidFill>
                  <a:srgbClr val="FFFFFF"/>
                </a:solidFill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b="0" i="0" sz="7600" u="none" cap="none" strike="noStrike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8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sz="7600"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18" Type="http://schemas.openxmlformats.org/officeDocument/2006/relationships/theme" Target="../theme/theme2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17815278" y="22921735"/>
            <a:ext cx="15169500" cy="26940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normAutofit/>
          </a:bodyPr>
          <a:lstStyle>
            <a:lvl1pPr lvl="0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42400"/>
              <a:buFont typeface="Arial"/>
              <a:buNone/>
              <a:defRPr b="0" i="0" sz="42400" u="none" cap="none" strike="noStrike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42400"/>
              <a:buFont typeface="Arial"/>
              <a:buNone/>
              <a:defRPr b="0" i="0" sz="42400" u="none" cap="none" strike="noStrike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42400"/>
              <a:buFont typeface="Arial"/>
              <a:buNone/>
              <a:defRPr b="0" i="0" sz="42400" u="none" cap="none" strike="noStrike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42400"/>
              <a:buFont typeface="Arial"/>
              <a:buNone/>
              <a:defRPr b="0" i="0" sz="42400" u="none" cap="none" strike="noStrike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42400"/>
              <a:buFont typeface="Arial"/>
              <a:buNone/>
              <a:defRPr b="0" i="0" sz="42400" u="none" cap="none" strike="noStrike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42400"/>
              <a:buFont typeface="Arial"/>
              <a:buNone/>
              <a:defRPr b="0" i="0" sz="42400" u="none" cap="none" strike="noStrike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42400"/>
              <a:buFont typeface="Arial"/>
              <a:buNone/>
              <a:defRPr b="0" i="0" sz="42400" u="none" cap="none" strike="noStrike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42400"/>
              <a:buFont typeface="Arial"/>
              <a:buNone/>
              <a:defRPr b="0" i="0" sz="42400" u="none" cap="none" strike="noStrike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E98FD"/>
              </a:buClr>
              <a:buSzPts val="42400"/>
              <a:buFont typeface="Arial"/>
              <a:buNone/>
              <a:defRPr b="0" i="0" sz="42400" u="none" cap="none" strike="noStrike">
                <a:solidFill>
                  <a:srgbClr val="1E98FD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17815278" y="25488194"/>
            <a:ext cx="15169500" cy="1744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275" lIns="35275" spcFirstLastPara="1" rIns="35275" wrap="square" tIns="35275">
            <a:normAutofit/>
          </a:bodyPr>
          <a:lstStyle>
            <a:lvl1pPr indent="-228600" lvl="0" marL="457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0"/>
              <a:buFont typeface="Arial"/>
              <a:buNone/>
              <a:defRPr b="0" i="0" sz="2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0"/>
              <a:buFont typeface="Arial"/>
              <a:buNone/>
              <a:defRPr b="0" i="0" sz="2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0"/>
              <a:buFont typeface="Arial"/>
              <a:buNone/>
              <a:defRPr b="0" i="0" sz="2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0"/>
              <a:buFont typeface="Arial"/>
              <a:buNone/>
              <a:defRPr b="0" i="0" sz="2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0"/>
              <a:buFont typeface="Arial"/>
              <a:buNone/>
              <a:defRPr b="0" i="0" sz="2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0"/>
              <a:buFont typeface="Arial"/>
              <a:buNone/>
              <a:defRPr b="0" i="0" sz="2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0"/>
              <a:buFont typeface="Arial"/>
              <a:buNone/>
              <a:defRPr b="0" i="0" sz="2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0"/>
              <a:buFont typeface="Arial"/>
              <a:buNone/>
              <a:defRPr b="0" i="0" sz="2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200"/>
              <a:buFont typeface="Arial"/>
              <a:buNone/>
              <a:defRPr b="0" i="0" sz="23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24794147" y="28654550"/>
            <a:ext cx="1203000" cy="1391400"/>
          </a:xfrm>
          <a:prstGeom prst="rect">
            <a:avLst/>
          </a:prstGeom>
          <a:noFill/>
          <a:ln>
            <a:noFill/>
          </a:ln>
        </p:spPr>
        <p:txBody>
          <a:bodyPr anchorCtr="0" anchor="b" bIns="35275" lIns="35275" spcFirstLastPara="1" rIns="35275" wrap="square" tIns="35275">
            <a:spAutoFit/>
          </a:bodyPr>
          <a:lstStyle>
            <a:lvl1pPr indent="0" lvl="0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b="0" i="0" sz="7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b="0" i="0" sz="7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b="0" i="0" sz="7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b="0" i="0" sz="7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b="0" i="0" sz="7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b="0" i="0" sz="7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b="0" i="0" sz="7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b="0" i="0" sz="7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600"/>
              <a:buFont typeface="Arial"/>
              <a:buNone/>
              <a:defRPr b="0" i="0" sz="7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6.png"/><Relationship Id="rId9" Type="http://schemas.openxmlformats.org/officeDocument/2006/relationships/image" Target="../media/image7.png"/><Relationship Id="rId5" Type="http://schemas.openxmlformats.org/officeDocument/2006/relationships/image" Target="../media/image2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/>
          <p:nvPr/>
        </p:nvSpPr>
        <p:spPr>
          <a:xfrm>
            <a:off x="5843264" y="3704037"/>
            <a:ext cx="7838726" cy="6903157"/>
          </a:xfrm>
          <a:prstGeom prst="roundRect">
            <a:avLst>
              <a:gd fmla="val 14656" name="adj"/>
            </a:avLst>
          </a:prstGeom>
          <a:solidFill>
            <a:srgbClr val="FFFFFF"/>
          </a:solidFill>
          <a:ln cap="flat" cmpd="sng" w="889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35275" lIns="35275" spcFirstLastPara="1" rIns="35275" wrap="square" tIns="35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00"/>
              <a:buFont typeface="Helvetica Neue"/>
              <a:buNone/>
            </a:pPr>
            <a:r>
              <a:t/>
            </a:r>
            <a:endParaRPr b="0" i="0" sz="1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19"/>
          <p:cNvSpPr/>
          <p:nvPr/>
        </p:nvSpPr>
        <p:spPr>
          <a:xfrm>
            <a:off x="5843264" y="3574969"/>
            <a:ext cx="7838726" cy="6903157"/>
          </a:xfrm>
          <a:prstGeom prst="roundRect">
            <a:avLst>
              <a:gd fmla="val 14656" name="adj"/>
            </a:avLst>
          </a:prstGeom>
          <a:solidFill>
            <a:srgbClr val="FFFFFF"/>
          </a:solidFill>
          <a:ln cap="flat" cmpd="sng" w="889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35275" lIns="35275" spcFirstLastPara="1" rIns="35275" wrap="square" tIns="35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00"/>
              <a:buFont typeface="Helvetica Neue"/>
              <a:buNone/>
            </a:pPr>
            <a:r>
              <a:t/>
            </a:r>
            <a:endParaRPr b="0" i="0" sz="1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9"/>
          <p:cNvSpPr/>
          <p:nvPr/>
        </p:nvSpPr>
        <p:spPr>
          <a:xfrm>
            <a:off x="6069525" y="3704037"/>
            <a:ext cx="7838726" cy="6903157"/>
          </a:xfrm>
          <a:prstGeom prst="roundRect">
            <a:avLst>
              <a:gd fmla="val 14656" name="adj"/>
            </a:avLst>
          </a:prstGeom>
          <a:solidFill>
            <a:srgbClr val="FFFFFF"/>
          </a:solidFill>
          <a:ln cap="flat" cmpd="sng" w="889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35275" lIns="35275" spcFirstLastPara="1" rIns="35275" wrap="square" tIns="35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00"/>
              <a:buFont typeface="Helvetica Neue"/>
              <a:buNone/>
            </a:pPr>
            <a:r>
              <a:t/>
            </a:r>
            <a:endParaRPr b="0" i="0" sz="1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9"/>
          <p:cNvSpPr/>
          <p:nvPr/>
        </p:nvSpPr>
        <p:spPr>
          <a:xfrm>
            <a:off x="6260025" y="3856437"/>
            <a:ext cx="7838726" cy="6903157"/>
          </a:xfrm>
          <a:prstGeom prst="roundRect">
            <a:avLst>
              <a:gd fmla="val 14656" name="adj"/>
            </a:avLst>
          </a:prstGeom>
          <a:noFill/>
          <a:ln cap="flat" cmpd="sng" w="889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35275" lIns="35275" spcFirstLastPara="1" rIns="35275" wrap="square" tIns="35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00"/>
              <a:buFont typeface="Helvetica Neue"/>
              <a:buNone/>
            </a:pPr>
            <a:r>
              <a:t/>
            </a:r>
            <a:endParaRPr b="0" i="0" sz="1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9"/>
          <p:cNvSpPr/>
          <p:nvPr/>
        </p:nvSpPr>
        <p:spPr>
          <a:xfrm>
            <a:off x="6475925" y="3996137"/>
            <a:ext cx="7838726" cy="6903157"/>
          </a:xfrm>
          <a:prstGeom prst="roundRect">
            <a:avLst>
              <a:gd fmla="val 14656" name="adj"/>
            </a:avLst>
          </a:prstGeom>
          <a:solidFill>
            <a:srgbClr val="FFFFFF"/>
          </a:solidFill>
          <a:ln cap="flat" cmpd="sng" w="889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35275" lIns="35275" spcFirstLastPara="1" rIns="35275" wrap="square" tIns="35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00"/>
              <a:buFont typeface="Helvetica Neue"/>
              <a:buNone/>
            </a:pPr>
            <a:r>
              <a:t/>
            </a:r>
            <a:endParaRPr b="0" i="0" sz="1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91" name="Google Shape;91;p19"/>
          <p:cNvGrpSpPr/>
          <p:nvPr/>
        </p:nvGrpSpPr>
        <p:grpSpPr>
          <a:xfrm>
            <a:off x="8331454" y="6142937"/>
            <a:ext cx="3987969" cy="2044153"/>
            <a:chOff x="0" y="0"/>
            <a:chExt cx="3987968" cy="2044152"/>
          </a:xfrm>
        </p:grpSpPr>
        <p:sp>
          <p:nvSpPr>
            <p:cNvPr id="92" name="Google Shape;92;p19"/>
            <p:cNvSpPr/>
            <p:nvPr/>
          </p:nvSpPr>
          <p:spPr>
            <a:xfrm>
              <a:off x="0" y="0"/>
              <a:ext cx="2489110" cy="2044152"/>
            </a:xfrm>
            <a:prstGeom prst="rect">
              <a:avLst/>
            </a:prstGeom>
            <a:solidFill>
              <a:srgbClr val="FF9100"/>
            </a:solidFill>
            <a:ln>
              <a:noFill/>
            </a:ln>
          </p:spPr>
          <p:txBody>
            <a:bodyPr anchorCtr="0" anchor="ctr" bIns="35275" lIns="35275" spcFirstLastPara="1" rIns="35275" wrap="square" tIns="35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5800"/>
                <a:buFont typeface="Helvetica Neue"/>
                <a:buNone/>
              </a:pPr>
              <a:r>
                <a:rPr b="0" i="0" lang="en-US" sz="58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GATv2</a:t>
              </a:r>
              <a:endParaRPr/>
            </a:p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5800"/>
                <a:buFont typeface="Helvetica Neue"/>
                <a:buNone/>
              </a:pPr>
              <a:r>
                <a:rPr b="0" i="0" lang="en-US" sz="58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Conv</a:t>
              </a:r>
              <a:endParaRPr/>
            </a:p>
          </p:txBody>
        </p:sp>
        <p:sp>
          <p:nvSpPr>
            <p:cNvPr id="93" name="Google Shape;93;p19"/>
            <p:cNvSpPr/>
            <p:nvPr/>
          </p:nvSpPr>
          <p:spPr>
            <a:xfrm>
              <a:off x="2420065" y="0"/>
              <a:ext cx="1567903" cy="2044152"/>
            </a:xfrm>
            <a:prstGeom prst="rect">
              <a:avLst/>
            </a:prstGeom>
            <a:solidFill>
              <a:srgbClr val="007100"/>
            </a:solidFill>
            <a:ln>
              <a:noFill/>
            </a:ln>
          </p:spPr>
          <p:txBody>
            <a:bodyPr anchorCtr="0" anchor="ctr" bIns="35275" lIns="35275" spcFirstLastPara="1" rIns="35275" wrap="square" tIns="35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5800"/>
                <a:buFont typeface="Helvetica Neue"/>
                <a:buNone/>
              </a:pPr>
              <a:r>
                <a:rPr b="0" i="0" lang="en-US" sz="58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LN</a:t>
              </a:r>
              <a:endParaRPr/>
            </a:p>
          </p:txBody>
        </p:sp>
      </p:grpSp>
      <p:sp>
        <p:nvSpPr>
          <p:cNvPr id="94" name="Google Shape;94;p19"/>
          <p:cNvSpPr/>
          <p:nvPr/>
        </p:nvSpPr>
        <p:spPr>
          <a:xfrm>
            <a:off x="7269658" y="7518880"/>
            <a:ext cx="6126168" cy="1753065"/>
          </a:xfrm>
          <a:custGeom>
            <a:rect b="b" l="l" r="r" t="t"/>
            <a:pathLst>
              <a:path extrusionOk="0" h="16201" w="21600">
                <a:moveTo>
                  <a:pt x="0" y="0"/>
                </a:moveTo>
                <a:cubicBezTo>
                  <a:pt x="6831" y="21401"/>
                  <a:pt x="14031" y="21600"/>
                  <a:pt x="21600" y="598"/>
                </a:cubicBezTo>
              </a:path>
            </a:pathLst>
          </a:custGeom>
          <a:noFill/>
          <a:ln cap="flat" cmpd="sng" w="38100">
            <a:solidFill>
              <a:srgbClr val="004E04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200"/>
              <a:buFont typeface="Arial"/>
              <a:buNone/>
            </a:pPr>
            <a:r>
              <a:t/>
            </a:r>
            <a:endParaRPr b="0" i="0" sz="1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9"/>
          <p:cNvSpPr/>
          <p:nvPr/>
        </p:nvSpPr>
        <p:spPr>
          <a:xfrm>
            <a:off x="8219720" y="8798035"/>
            <a:ext cx="4211435" cy="1567902"/>
          </a:xfrm>
          <a:prstGeom prst="rect">
            <a:avLst/>
          </a:prstGeom>
          <a:noFill/>
          <a:ln>
            <a:noFill/>
          </a:ln>
        </p:spPr>
        <p:txBody>
          <a:bodyPr anchorCtr="0" anchor="ctr" bIns="35275" lIns="35275" spcFirstLastPara="1" rIns="35275" wrap="square" tIns="35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4E04"/>
              </a:buClr>
              <a:buSzPts val="5800"/>
              <a:buFont typeface="Helvetica Neue"/>
              <a:buNone/>
            </a:pPr>
            <a:r>
              <a:rPr b="0" i="0" lang="en-US" sz="5800" u="none" cap="none" strike="noStrike">
                <a:solidFill>
                  <a:srgbClr val="004E04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Residual</a:t>
            </a:r>
            <a:endParaRPr/>
          </a:p>
        </p:txBody>
      </p:sp>
      <p:cxnSp>
        <p:nvCxnSpPr>
          <p:cNvPr id="96" name="Google Shape;96;p19"/>
          <p:cNvCxnSpPr/>
          <p:nvPr/>
        </p:nvCxnSpPr>
        <p:spPr>
          <a:xfrm>
            <a:off x="12864223" y="7165012"/>
            <a:ext cx="1150865" cy="1"/>
          </a:xfrm>
          <a:prstGeom prst="straightConnector1">
            <a:avLst/>
          </a:prstGeom>
          <a:noFill/>
          <a:ln cap="flat" cmpd="sng" w="889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cxnSp>
        <p:nvCxnSpPr>
          <p:cNvPr id="97" name="Google Shape;97;p19"/>
          <p:cNvCxnSpPr/>
          <p:nvPr/>
        </p:nvCxnSpPr>
        <p:spPr>
          <a:xfrm>
            <a:off x="7045784" y="7165012"/>
            <a:ext cx="1150866" cy="1"/>
          </a:xfrm>
          <a:prstGeom prst="straightConnector1">
            <a:avLst/>
          </a:prstGeom>
          <a:noFill/>
          <a:ln cap="flat" cmpd="sng" w="889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98" name="Google Shape;98;p19"/>
          <p:cNvSpPr txBox="1"/>
          <p:nvPr/>
        </p:nvSpPr>
        <p:spPr>
          <a:xfrm>
            <a:off x="7512470" y="4522652"/>
            <a:ext cx="6503419" cy="1170787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0"/>
              <a:buFont typeface="Arial"/>
              <a:buNone/>
            </a:pPr>
            <a:r>
              <a:rPr b="0" i="0" lang="en-US" sz="172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99" name="Google Shape;99;p19"/>
          <p:cNvSpPr txBox="1"/>
          <p:nvPr/>
        </p:nvSpPr>
        <p:spPr>
          <a:xfrm>
            <a:off x="6984828" y="10781080"/>
            <a:ext cx="6503419" cy="1170787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0"/>
              <a:buFont typeface="Arial"/>
              <a:buNone/>
            </a:pPr>
            <a:r>
              <a:rPr b="0" i="0" lang="en-US" sz="172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100" name="Google Shape;100;p19"/>
          <p:cNvCxnSpPr/>
          <p:nvPr/>
        </p:nvCxnSpPr>
        <p:spPr>
          <a:xfrm>
            <a:off x="14559889" y="7219114"/>
            <a:ext cx="1150866" cy="1"/>
          </a:xfrm>
          <a:prstGeom prst="straightConnector1">
            <a:avLst/>
          </a:prstGeom>
          <a:noFill/>
          <a:ln cap="flat" cmpd="sng" w="889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01" name="Google Shape;101;p19"/>
          <p:cNvSpPr/>
          <p:nvPr/>
        </p:nvSpPr>
        <p:spPr>
          <a:xfrm>
            <a:off x="16079210" y="5907058"/>
            <a:ext cx="5355006" cy="262411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35275" lIns="35275" spcFirstLastPara="1" rIns="35275" wrap="square" tIns="35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Helvetica Neue"/>
              <a:buNone/>
            </a:pPr>
            <a:r>
              <a:rPr b="0" i="0" lang="en-US" sz="5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Multi-Strategy</a:t>
            </a:r>
            <a:endParaRPr/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Helvetica Neue"/>
              <a:buNone/>
            </a:pPr>
            <a:r>
              <a:rPr b="0" i="0" lang="en-US" sz="5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Pooling</a:t>
            </a:r>
            <a:endParaRPr/>
          </a:p>
        </p:txBody>
      </p:sp>
      <p:cxnSp>
        <p:nvCxnSpPr>
          <p:cNvPr id="102" name="Google Shape;102;p19"/>
          <p:cNvCxnSpPr/>
          <p:nvPr/>
        </p:nvCxnSpPr>
        <p:spPr>
          <a:xfrm>
            <a:off x="21750385" y="6355248"/>
            <a:ext cx="5635974" cy="1"/>
          </a:xfrm>
          <a:prstGeom prst="straightConnector1">
            <a:avLst/>
          </a:prstGeom>
          <a:noFill/>
          <a:ln cap="flat" cmpd="sng" w="889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03" name="Google Shape;103;p19"/>
          <p:cNvSpPr/>
          <p:nvPr/>
        </p:nvSpPr>
        <p:spPr>
          <a:xfrm>
            <a:off x="21724839" y="6857014"/>
            <a:ext cx="4211435" cy="163755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35275" lIns="35275" spcFirstLastPara="1" rIns="35275" wrap="square" tIns="35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800"/>
              <a:buFont typeface="Helvetica Neue"/>
              <a:buNone/>
            </a:pPr>
            <a:r>
              <a:rPr b="0" i="0" lang="en-US" sz="5800" u="none" cap="none" strike="noStrike">
                <a:solidFill>
                  <a:srgbClr val="FFFFFF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Global Feat</a:t>
            </a:r>
            <a:endParaRPr/>
          </a:p>
        </p:txBody>
      </p:sp>
      <p:cxnSp>
        <p:nvCxnSpPr>
          <p:cNvPr id="104" name="Google Shape;104;p19"/>
          <p:cNvCxnSpPr/>
          <p:nvPr/>
        </p:nvCxnSpPr>
        <p:spPr>
          <a:xfrm>
            <a:off x="36508016" y="7308015"/>
            <a:ext cx="1150866" cy="1"/>
          </a:xfrm>
          <a:prstGeom prst="straightConnector1">
            <a:avLst/>
          </a:prstGeom>
          <a:noFill/>
          <a:ln cap="flat" cmpd="sng" w="889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05" name="Google Shape;105;p19"/>
          <p:cNvSpPr/>
          <p:nvPr/>
        </p:nvSpPr>
        <p:spPr>
          <a:xfrm>
            <a:off x="37320816" y="6255296"/>
            <a:ext cx="4211435" cy="2586990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0"/>
              <a:buFont typeface="Arial"/>
              <a:buNone/>
            </a:pPr>
            <a:r>
              <a:rPr b="0" i="0" lang="en-US" sz="172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06" name="Google Shape;106;p19"/>
          <p:cNvSpPr/>
          <p:nvPr/>
        </p:nvSpPr>
        <p:spPr>
          <a:xfrm>
            <a:off x="28027824" y="3587669"/>
            <a:ext cx="7838725" cy="6903157"/>
          </a:xfrm>
          <a:prstGeom prst="roundRect">
            <a:avLst>
              <a:gd fmla="val 14656" name="adj"/>
            </a:avLst>
          </a:prstGeom>
          <a:solidFill>
            <a:srgbClr val="FFFFFF"/>
          </a:solidFill>
          <a:ln cap="flat" cmpd="sng" w="889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35275" lIns="35275" spcFirstLastPara="1" rIns="35275" wrap="square" tIns="35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00"/>
              <a:buFont typeface="Helvetica Neue"/>
              <a:buNone/>
            </a:pPr>
            <a:r>
              <a:t/>
            </a:r>
            <a:endParaRPr b="0" i="0" sz="1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9"/>
          <p:cNvSpPr/>
          <p:nvPr/>
        </p:nvSpPr>
        <p:spPr>
          <a:xfrm>
            <a:off x="28218324" y="3740069"/>
            <a:ext cx="7838725" cy="6903157"/>
          </a:xfrm>
          <a:prstGeom prst="roundRect">
            <a:avLst>
              <a:gd fmla="val 14656" name="adj"/>
            </a:avLst>
          </a:prstGeom>
          <a:noFill/>
          <a:ln cap="flat" cmpd="sng" w="889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35275" lIns="35275" spcFirstLastPara="1" rIns="35275" wrap="square" tIns="35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00"/>
              <a:buFont typeface="Helvetica Neue"/>
              <a:buNone/>
            </a:pPr>
            <a:r>
              <a:t/>
            </a:r>
            <a:endParaRPr b="0" i="0" sz="1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9"/>
          <p:cNvSpPr/>
          <p:nvPr/>
        </p:nvSpPr>
        <p:spPr>
          <a:xfrm>
            <a:off x="28434224" y="3879769"/>
            <a:ext cx="7838725" cy="6903157"/>
          </a:xfrm>
          <a:prstGeom prst="roundRect">
            <a:avLst>
              <a:gd fmla="val 14656" name="adj"/>
            </a:avLst>
          </a:prstGeom>
          <a:solidFill>
            <a:srgbClr val="FFFFFF"/>
          </a:solidFill>
          <a:ln cap="flat" cmpd="sng" w="88900">
            <a:solidFill>
              <a:srgbClr val="000000"/>
            </a:solidFill>
            <a:prstDash val="solid"/>
            <a:miter lim="400000"/>
            <a:headEnd len="sm" w="sm" type="none"/>
            <a:tailEnd len="sm" w="sm" type="none"/>
          </a:ln>
        </p:spPr>
        <p:txBody>
          <a:bodyPr anchorCtr="0" anchor="ctr" bIns="35275" lIns="35275" spcFirstLastPara="1" rIns="35275" wrap="square" tIns="352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200"/>
              <a:buFont typeface="Helvetica Neue"/>
              <a:buNone/>
            </a:pPr>
            <a:r>
              <a:t/>
            </a:r>
            <a:endParaRPr b="0" i="0" sz="1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9" name="Google Shape;109;p19"/>
          <p:cNvGrpSpPr/>
          <p:nvPr/>
        </p:nvGrpSpPr>
        <p:grpSpPr>
          <a:xfrm>
            <a:off x="29558788" y="6019290"/>
            <a:ext cx="5589604" cy="2624116"/>
            <a:chOff x="0" y="0"/>
            <a:chExt cx="5589603" cy="2624114"/>
          </a:xfrm>
        </p:grpSpPr>
        <p:sp>
          <p:nvSpPr>
            <p:cNvPr id="110" name="Google Shape;110;p19"/>
            <p:cNvSpPr/>
            <p:nvPr/>
          </p:nvSpPr>
          <p:spPr>
            <a:xfrm>
              <a:off x="0" y="0"/>
              <a:ext cx="4038614" cy="2624114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35275" lIns="35275" spcFirstLastPara="1" rIns="35275" wrap="square" tIns="35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5800"/>
                <a:buFont typeface="Helvetica Neue"/>
                <a:buNone/>
              </a:pPr>
              <a:r>
                <a:rPr b="0" i="0" lang="en-US" sz="58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MLP</a:t>
              </a:r>
              <a:endParaRPr/>
            </a:p>
          </p:txBody>
        </p:sp>
        <p:sp>
          <p:nvSpPr>
            <p:cNvPr id="111" name="Google Shape;111;p19"/>
            <p:cNvSpPr/>
            <p:nvPr/>
          </p:nvSpPr>
          <p:spPr>
            <a:xfrm>
              <a:off x="4021701" y="0"/>
              <a:ext cx="1567902" cy="2624114"/>
            </a:xfrm>
            <a:prstGeom prst="rect">
              <a:avLst/>
            </a:prstGeom>
            <a:solidFill>
              <a:srgbClr val="007100"/>
            </a:solidFill>
            <a:ln>
              <a:noFill/>
            </a:ln>
          </p:spPr>
          <p:txBody>
            <a:bodyPr anchorCtr="0" anchor="ctr" bIns="35275" lIns="35275" spcFirstLastPara="1" rIns="35275" wrap="square" tIns="352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5800"/>
                <a:buFont typeface="Helvetica Neue"/>
                <a:buNone/>
              </a:pPr>
              <a:r>
                <a:rPr b="0" i="0" lang="en-US" sz="5800" u="none" cap="none" strike="noStrike">
                  <a:solidFill>
                    <a:srgbClr val="FFFFFF"/>
                  </a:solidFill>
                  <a:latin typeface="Helvetica Neue"/>
                  <a:ea typeface="Helvetica Neue"/>
                  <a:cs typeface="Helvetica Neue"/>
                  <a:sym typeface="Helvetica Neue"/>
                </a:rPr>
                <a:t>LN</a:t>
              </a:r>
              <a:endParaRPr/>
            </a:p>
          </p:txBody>
        </p:sp>
      </p:grpSp>
      <p:sp>
        <p:nvSpPr>
          <p:cNvPr id="112" name="Google Shape;112;p19"/>
          <p:cNvSpPr txBox="1"/>
          <p:nvPr/>
        </p:nvSpPr>
        <p:spPr>
          <a:xfrm>
            <a:off x="29101879" y="4202999"/>
            <a:ext cx="6503419" cy="1073856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b="-10733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0"/>
              <a:buFont typeface="Arial"/>
              <a:buNone/>
            </a:pPr>
            <a:r>
              <a:rPr b="0" i="0" lang="en-US" sz="172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sp>
        <p:nvSpPr>
          <p:cNvPr id="113" name="Google Shape;113;p19"/>
          <p:cNvSpPr txBox="1"/>
          <p:nvPr/>
        </p:nvSpPr>
        <p:spPr>
          <a:xfrm>
            <a:off x="29101879" y="10624901"/>
            <a:ext cx="6503419" cy="1170787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0"/>
              <a:buFont typeface="Arial"/>
              <a:buNone/>
            </a:pPr>
            <a:r>
              <a:rPr b="0" i="0" lang="en-US" sz="172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114" name="Google Shape;114;p19"/>
          <p:cNvCxnSpPr/>
          <p:nvPr/>
        </p:nvCxnSpPr>
        <p:spPr>
          <a:xfrm>
            <a:off x="26353895" y="7675791"/>
            <a:ext cx="1150865" cy="1"/>
          </a:xfrm>
          <a:prstGeom prst="straightConnector1">
            <a:avLst/>
          </a:prstGeom>
          <a:noFill/>
          <a:ln cap="flat" cmpd="sng" w="889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15" name="Google Shape;115;p19"/>
          <p:cNvSpPr/>
          <p:nvPr/>
        </p:nvSpPr>
        <p:spPr>
          <a:xfrm>
            <a:off x="499930" y="5862120"/>
            <a:ext cx="4211435" cy="2586990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0"/>
              <a:buFont typeface="Arial"/>
              <a:buNone/>
            </a:pPr>
            <a:r>
              <a:rPr b="0" i="0" lang="en-US" sz="172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  <p:cxnSp>
        <p:nvCxnSpPr>
          <p:cNvPr id="116" name="Google Shape;116;p19"/>
          <p:cNvCxnSpPr/>
          <p:nvPr/>
        </p:nvCxnSpPr>
        <p:spPr>
          <a:xfrm>
            <a:off x="4657859" y="7165012"/>
            <a:ext cx="1150866" cy="1"/>
          </a:xfrm>
          <a:prstGeom prst="straightConnector1">
            <a:avLst/>
          </a:prstGeom>
          <a:noFill/>
          <a:ln cap="flat" cmpd="sng" w="88900">
            <a:solidFill>
              <a:srgbClr val="000000"/>
            </a:solidFill>
            <a:prstDash val="solid"/>
            <a:miter lim="400000"/>
            <a:headEnd len="sm" w="sm" type="none"/>
            <a:tailEnd len="med" w="med" type="triangle"/>
          </a:ln>
        </p:spPr>
      </p:cxnSp>
      <p:sp>
        <p:nvSpPr>
          <p:cNvPr id="117" name="Google Shape;117;p19"/>
          <p:cNvSpPr/>
          <p:nvPr/>
        </p:nvSpPr>
        <p:spPr>
          <a:xfrm>
            <a:off x="21350920" y="7849954"/>
            <a:ext cx="4211435" cy="2586990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7200"/>
              <a:buFont typeface="Arial"/>
              <a:buNone/>
            </a:pPr>
            <a:r>
              <a:rPr b="0" i="0" lang="en-US" sz="17200" u="none" cap="none" strike="noStrike">
                <a:latin typeface="Arial"/>
                <a:ea typeface="Arial"/>
                <a:cs typeface="Arial"/>
                <a:sym typeface="Arial"/>
              </a:rPr>
              <a:t> 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31_ColorGradientLight">
  <a:themeElements>
    <a:clrScheme name="31_ColorGradientLight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76BA"/>
      </a:accent1>
      <a:accent2>
        <a:srgbClr val="05A89D"/>
      </a:accent2>
      <a:accent3>
        <a:srgbClr val="1DB100"/>
      </a:accent3>
      <a:accent4>
        <a:srgbClr val="F9B900"/>
      </a:accent4>
      <a:accent5>
        <a:srgbClr val="EE220D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